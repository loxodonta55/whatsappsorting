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WhatsApp Child Product Filter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D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WhatsApp-Flohmarkt KI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Die erste KI, die WhatsApp-Verkaufsgruppen für Mütter intelligent sortiert.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Der Pain Point: Chaos in Gruppen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WhatsApp ist der wichtigste Kanal für Privatverkäufe unter Müttern.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Aber: Hunderte Nachrichten pro Tag führen zum Informations-Overkill.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Die Folge: Mütter verpassen genau die Artikel, die sie suchen.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Aktuell existiert keine Software, die dieses Chaos organisiert.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Unsere KI-Lösung: Der Einkaufsassistent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Intelligenter Filter (Powered by Gemini AI) für WhatsApp.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Versteht Text &amp; Bild: Die KI analysiert Fotos von Kleidung oder Spielzeug.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Persönliche Kriterien: "Suche Matschhosen in Größe 92".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Ergebnis: Keine 500 Nachrichten lesen – nur die 3 passenden Angebote erhalten.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Der unfaire Vorteil: Warum WhatsApp?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Community &amp; Vertrauen: Handel findet hyperlokal statt.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Kein Plattform-Wechsel nötig: Wir lösen das Problem dort, wo Mütter sind.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Direkter Zugang: WhatsApp hat eine Öffnungsrate von fast 98%.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Testmarkt: Kanton Thurgau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Start im Kanton Thurgau als idealen, überschaubaren Testmarkt.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Starke Vernetzung von Müttern in lokalen Gruppen.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Skalierbarkeit: Nach dem Proof of Concept auf die gesamte Schweiz skalierbar.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Geschäftsmodell: App &amp; Ads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1. Einmalige App-Kosten: Geringe Einstiegsgebühr (z.B. 2-5 CHF) beim Download.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Generiert sofortigen Cashflow und verhindert Spam-Nutzer.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2. In-App Werbung: Zielgruppenrelevante Werbung (Baby-Ausstattung etc.).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Hohe Klickraten durch extrem spitze und wertvolle Zielgruppe.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The Ask: 50.000 CHF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Wir suchen 50.000 CHF (Pre-Seed) für den Marktstart.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Mittelverwendung: Fertigstellung &amp; Launch der App (iOS/Android).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Lokales Marketing &amp; Community-Building im Kanton Thurgau.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Server- und KI-Infrastruktur-Kosten für die ersten 10.000 Nutzer.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Die Vision: Social Commerce neu definiert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Start im Thurgau. Ausweitung auf andere Nischen.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Ziel: Der Standard-Filter für jeden lokalen WhatsApp-Marktplatz zu werden.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2026-06-06T19:50:41Z</dcterms:created>
  <dcterms:modified xsi:type="dcterms:W3CDTF">2026-06-06T19:50:41Z</dcterms:modified>
</cp:coreProperties>
</file>